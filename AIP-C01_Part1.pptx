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intro for the video series. Introduce yourself and the goal: walking through the AWS Certified Generative AI Developer - Professional exam, AIP-C01, one topic at a time across a 3-part series. This is Part 1: exam overview and Amazon Bedrock basics.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AIP-C01 assumes the candidate already knows cloud fundamentals and some ML/AI concepts. It is scenario-based: questions describe a business constraint like cost, latency, or compliance, and ask for the right AWS service or pattern. Mention that model development and fine-tuning-heavy tasks are explicitly out of scope - the focus is on using Bedrock and related services to ship real applications.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a quick screen-share style walkthrough here if possible: open the Bedrock console, show model access, and invoke a simple prompt. Emphasize the difference between synchronous calls and streaming calls, since that distinction shows up again later in the API integration topic.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least "glamorous" but heavily weighted part of Domain 1. Stress that a lot of exam questions here are about picking the right AWS service for a data quality or formatting problem, not about the AI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E3F52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2E3F5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005840"/>
            <a:ext cx="1188720" cy="118872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1261872"/>
            <a:ext cx="676656" cy="6766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46888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Certified Generative AI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 – Professional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41248" y="4114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AIP-C01  ·  Part 1 of 3 · Exam Overview &amp; Bedrock Basics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466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topics explained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OF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AIP-C01 Exam?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08792" cy="4160520"/>
          </a:xfrm>
          <a:prstGeom prst="roundRect">
            <a:avLst>
              <a:gd name="adj" fmla="val 2198"/>
            </a:avLst>
          </a:prstGeom>
          <a:solidFill>
            <a:srgbClr val="F5F6F8"/>
          </a:solidFill>
          <a:ln/>
          <a:effectLst>
            <a:outerShdw sx="100000" sy="100000" kx="0" ky="0" algn="bl" rotWithShape="0" blurRad="101600" dist="38100" dir="5400000">
              <a:srgbClr val="999999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828800"/>
            <a:ext cx="777240" cy="7772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990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975104"/>
            <a:ext cx="484632" cy="4846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011680" y="1801368"/>
            <a:ext cx="9171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point before diving into the technical domains.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2834640"/>
            <a:ext cx="100858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AIP-C01 is a professional-level certification for developers who build production GenAI applications on AWS.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tests the ability to integrate foundation models (FMs) into real applications and business workflows, not model training itself.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exam has 65 scored questions plus 10 unscored ones, with a scaled passing score of 750 out of 1,000.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is organized into five weighted domains, from foundation model integration to testing and troubleshooting.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40080" y="5852160"/>
            <a:ext cx="10908792" cy="566928"/>
          </a:xfrm>
          <a:prstGeom prst="roundRect">
            <a:avLst>
              <a:gd name="adj" fmla="val 12903"/>
            </a:avLst>
          </a:prstGeom>
          <a:solidFill>
            <a:srgbClr val="FFF3E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60120" y="5852160"/>
            <a:ext cx="10268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 </a:t>
            </a:r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exam is about implementation and integration skill, not building models from scratch.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OF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Bedrock Fundamentals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08792" cy="4160520"/>
          </a:xfrm>
          <a:prstGeom prst="roundRect">
            <a:avLst>
              <a:gd name="adj" fmla="val 2198"/>
            </a:avLst>
          </a:prstGeom>
          <a:solidFill>
            <a:srgbClr val="F5F6F8"/>
          </a:solidFill>
          <a:ln/>
          <a:effectLst>
            <a:outerShdw sx="100000" sy="100000" kx="0" ky="0" algn="bl" rotWithShape="0" blurRad="101600" dist="38100" dir="5400000">
              <a:srgbClr val="999999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828800"/>
            <a:ext cx="777240" cy="7772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990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975104"/>
            <a:ext cx="484632" cy="4846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011680" y="1801368"/>
            <a:ext cx="9171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service almost every other exam topic builds on.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2834640"/>
            <a:ext cx="100858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gives access to multiple foundation models from providers like Anthropic, Amazon, and others through one unified API.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choose a model based on capability, cost, and latency trade-offs for your specific use case, not a single "best" model.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parameters like temperature and top-p/top-k let you tune how creative or deterministic a model's output is.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are invoked through the console for testing, or programmatically through the AWS SDK (boto3) and CLI for real applications.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40080" y="5852160"/>
            <a:ext cx="10908792" cy="566928"/>
          </a:xfrm>
          <a:prstGeom prst="roundRect">
            <a:avLst>
              <a:gd name="adj" fmla="val 12903"/>
            </a:avLst>
          </a:prstGeom>
          <a:solidFill>
            <a:srgbClr val="FFF3E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60120" y="5852160"/>
            <a:ext cx="10268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 </a:t>
            </a:r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in this exam - RAG, agents, guardrails - is built on top of Bedrock model invocation.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OF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 Integration &amp; Data Pipelines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08792" cy="4160520"/>
          </a:xfrm>
          <a:prstGeom prst="roundRect">
            <a:avLst>
              <a:gd name="adj" fmla="val 2198"/>
            </a:avLst>
          </a:prstGeom>
          <a:solidFill>
            <a:srgbClr val="F5F6F8"/>
          </a:solidFill>
          <a:ln/>
          <a:effectLst>
            <a:outerShdw sx="100000" sy="100000" kx="0" ky="0" algn="bl" rotWithShape="0" blurRad="101600" dist="38100" dir="5400000">
              <a:srgbClr val="999999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828800"/>
            <a:ext cx="777240" cy="7772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990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975104"/>
            <a:ext cx="484632" cy="4846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011680" y="1801368"/>
            <a:ext cx="9171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raw business data becomes something a foundation model can actually use.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2834640"/>
            <a:ext cx="100858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data - text, images, audio, tables - needs validation and cleanup before it reaches a foundation model.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 workflows use services like AWS Glue Data Quality or SageMaker Data Wrangler to catch quality issues early.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must be formatted to match each model's expected structure, such as JSON request bodies for Bedrock APIs.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like entity extraction and text normalization improve response consistency and accuracy.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40080" y="5852160"/>
            <a:ext cx="10908792" cy="566928"/>
          </a:xfrm>
          <a:prstGeom prst="roundRect">
            <a:avLst>
              <a:gd name="adj" fmla="val 12903"/>
            </a:avLst>
          </a:prstGeom>
          <a:solidFill>
            <a:srgbClr val="FFF3E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60120" y="5852160"/>
            <a:ext cx="10268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 </a:t>
            </a:r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in, garbage out still applies to GenAI - pipeline quality directly drives response quality.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2026-09-02T23:25:25Z</dcterms:created>
  <dcterms:modified xsi:type="dcterms:W3CDTF">2026-09-02T23:25:25Z</dcterms:modified>
</cp:coreProperties>
</file>